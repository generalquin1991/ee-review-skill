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6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EB065-8E55-894A-BB9C-0510F939D098}" v="8" dt="2026-04-07T01:44:44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1"/>
    <p:restoredTop sz="94600"/>
  </p:normalViewPr>
  <p:slideViewPr>
    <p:cSldViewPr snapToGrid="0" showGuides="1">
      <p:cViewPr varScale="1">
        <p:scale>
          <a:sx n="174" d="100"/>
          <a:sy n="174" d="100"/>
        </p:scale>
        <p:origin x="464" y="168"/>
      </p:cViewPr>
      <p:guideLst>
        <p:guide orient="horz" pos="2176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279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4" Type="http://schemas.openxmlformats.org/officeDocument/2006/relationships/tableStyles" Target="tableStyles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32" Type="http://schemas.openxmlformats.org/officeDocument/2006/relationships/viewProps" Target="viewProps.xml"/><Relationship Id="rId36" Type="http://schemas.microsoft.com/office/2015/10/relationships/revisionInfo" Target="revisionInfo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362BF-E37E-DF4A-8156-4C9554CF00EF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2DBB0-4AF3-2042-B9C8-E0898791E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 panose="020B060402020202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ext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 descr="Image"/>
          <p:cNvPicPr preferRelativeResize="0"/>
          <p:nvPr/>
        </p:nvPicPr>
        <p:blipFill rotWithShape="1">
          <a:blip r:embed="rId2"/>
          <a:srcRect t="10211"/>
          <a:stretch>
            <a:fillRect/>
          </a:stretch>
        </p:blipFill>
        <p:spPr>
          <a:xfrm>
            <a:off x="-261263" y="-144371"/>
            <a:ext cx="12714526" cy="806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 descr="Image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84896" y="6057440"/>
            <a:ext cx="1604029" cy="44033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/>
          <p:nvPr/>
        </p:nvSpPr>
        <p:spPr>
          <a:xfrm>
            <a:off x="-12700" y="6057440"/>
            <a:ext cx="768450" cy="440331"/>
          </a:xfrm>
          <a:prstGeom prst="rect">
            <a:avLst/>
          </a:prstGeom>
          <a:solidFill>
            <a:srgbClr val="BC2F2A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228600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428676" y="6159000"/>
            <a:ext cx="219558" cy="22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l">
              <a:spcBef>
                <a:spcPts val="0"/>
              </a:spcBef>
              <a:buNone/>
              <a:defRPr sz="115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1098548" y="828713"/>
            <a:ext cx="8128944" cy="95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50" tIns="46975" rIns="90150" bIns="469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1098548" y="2072268"/>
            <a:ext cx="8128944" cy="95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lvl="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靠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802" y="288355"/>
            <a:ext cx="5138546" cy="525755"/>
          </a:xfrm>
        </p:spPr>
        <p:txBody>
          <a:bodyPr wrap="none" anchor="b" anchorCtr="0"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3114" y="320038"/>
            <a:ext cx="753916" cy="584775"/>
          </a:xfrm>
          <a:prstGeom prst="rect">
            <a:avLst/>
          </a:prstGeom>
          <a:solidFill>
            <a:srgbClr val="156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Elbow Connector 9"/>
          <p:cNvCxnSpPr/>
          <p:nvPr userDrawn="1"/>
        </p:nvCxnSpPr>
        <p:spPr>
          <a:xfrm>
            <a:off x="750802" y="891827"/>
            <a:ext cx="11264400" cy="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/>
          <p:cNvSpPr>
            <a:spLocks noGrp="1"/>
          </p:cNvSpPr>
          <p:nvPr>
            <p:ph type="body" sz="quarter" idx="13"/>
          </p:nvPr>
        </p:nvSpPr>
        <p:spPr>
          <a:xfrm>
            <a:off x="750802" y="904813"/>
            <a:ext cx="6657975" cy="584774"/>
          </a:xfrm>
        </p:spPr>
        <p:txBody>
          <a:bodyPr tIns="0">
            <a:noAutofit/>
          </a:bodyPr>
          <a:lstStyle>
            <a:lvl1pPr algn="l">
              <a:buNone/>
              <a:defRPr sz="1400" i="0"/>
            </a:lvl1pPr>
          </a:lstStyle>
          <a:p>
            <a:pPr algn="l"/>
            <a:endParaRPr lang="en-US" sz="1800" i="1" dirty="0">
              <a:solidFill>
                <a:srgbClr val="444444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>
          <a:xfrm>
            <a:off x="256032" y="1681163"/>
            <a:ext cx="6272784" cy="4068751"/>
          </a:xfrm>
        </p:spPr>
        <p:txBody>
          <a:bodyPr lIns="0" tIns="0" rIns="0">
            <a:noAutofit/>
          </a:bodyPr>
          <a:lstStyle>
            <a:lvl1pPr>
              <a:buFont typeface="+mj-lt"/>
              <a:buAutoNum type="arabicPeriod"/>
              <a:defRPr/>
            </a:lvl1pPr>
            <a:lvl2pPr>
              <a:buFont typeface="+mj-lt"/>
              <a:buAutoNum type="arabicPeriod"/>
              <a:defRPr/>
            </a:lvl2pPr>
            <a:lvl3pPr>
              <a:buFont typeface="+mj-lt"/>
              <a:buAutoNum type="arabicPeriod"/>
              <a:defRPr/>
            </a:lvl3pPr>
            <a:lvl4pPr>
              <a:buFont typeface="+mj-lt"/>
              <a:buAutoNum type="arabicPeriod"/>
              <a:defRPr/>
            </a:lvl4pPr>
            <a:lvl5pPr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Online Image Placeholder 34"/>
          <p:cNvSpPr>
            <a:spLocks noGrp="1" noChangeAspect="1"/>
          </p:cNvSpPr>
          <p:nvPr>
            <p:ph type="clipArt" sz="quarter" idx="16"/>
          </p:nvPr>
        </p:nvSpPr>
        <p:spPr>
          <a:xfrm>
            <a:off x="6669025" y="1647889"/>
            <a:ext cx="5116857" cy="4085198"/>
          </a:xfrm>
          <a:blipFill dpi="0" rotWithShape="1">
            <a:blip r:embed="rId2"/>
            <a:srcRect/>
            <a:stretch>
              <a:fillRect/>
            </a:stretch>
          </a:blipFill>
          <a:ln w="50800" cap="rnd" cmpd="dbl">
            <a:solidFill>
              <a:schemeClr val="accent6">
                <a:lumMod val="75000"/>
              </a:schemeClr>
            </a:solidFill>
          </a:ln>
          <a:effectLst>
            <a:outerShdw dir="223764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669025" y="5749914"/>
            <a:ext cx="5116857" cy="914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图靠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802" y="288355"/>
            <a:ext cx="5138546" cy="525755"/>
          </a:xfrm>
        </p:spPr>
        <p:txBody>
          <a:bodyPr wrap="none" anchor="b" anchorCtr="0"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3114" y="320038"/>
            <a:ext cx="753916" cy="584775"/>
          </a:xfrm>
          <a:prstGeom prst="rect">
            <a:avLst/>
          </a:prstGeom>
          <a:solidFill>
            <a:srgbClr val="156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Elbow Connector 9"/>
          <p:cNvCxnSpPr/>
          <p:nvPr userDrawn="1"/>
        </p:nvCxnSpPr>
        <p:spPr>
          <a:xfrm>
            <a:off x="750802" y="891827"/>
            <a:ext cx="11264400" cy="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/>
          <p:cNvSpPr>
            <a:spLocks noGrp="1"/>
          </p:cNvSpPr>
          <p:nvPr>
            <p:ph type="body" sz="quarter" idx="13"/>
          </p:nvPr>
        </p:nvSpPr>
        <p:spPr>
          <a:xfrm>
            <a:off x="750802" y="904813"/>
            <a:ext cx="6657975" cy="584774"/>
          </a:xfrm>
        </p:spPr>
        <p:txBody>
          <a:bodyPr tIns="0">
            <a:noAutofit/>
          </a:bodyPr>
          <a:lstStyle>
            <a:lvl1pPr algn="l">
              <a:buNone/>
              <a:defRPr sz="1400" i="0"/>
            </a:lvl1pPr>
          </a:lstStyle>
          <a:p>
            <a:pPr algn="l"/>
            <a:endParaRPr lang="en-US" sz="1800" i="1" dirty="0">
              <a:solidFill>
                <a:srgbClr val="444444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>
          <a:xfrm>
            <a:off x="256032" y="1681163"/>
            <a:ext cx="6272784" cy="4068751"/>
          </a:xfrm>
        </p:spPr>
        <p:txBody>
          <a:bodyPr lIns="0" tIns="0" rIns="0">
            <a:noAutofit/>
          </a:bodyPr>
          <a:lstStyle>
            <a:lvl1pP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>
              <a:buFont typeface="+mj-lt"/>
              <a:buAutoNum type="arabicPeriod"/>
              <a:defRPr>
                <a:solidFill>
                  <a:schemeClr val="tx1"/>
                </a:solidFill>
              </a:defRPr>
            </a:lvl2pPr>
            <a:lvl3pPr>
              <a:buFont typeface="+mj-lt"/>
              <a:buAutoNum type="arabicPeriod"/>
              <a:defRPr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Online Image Placeholder 34"/>
          <p:cNvSpPr>
            <a:spLocks noGrp="1"/>
          </p:cNvSpPr>
          <p:nvPr>
            <p:ph type="clipArt" sz="quarter" idx="16"/>
          </p:nvPr>
        </p:nvSpPr>
        <p:spPr>
          <a:xfrm>
            <a:off x="6669024" y="1402568"/>
            <a:ext cx="5096256" cy="2276996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7" name="Online Image Placeholder 34"/>
          <p:cNvSpPr>
            <a:spLocks noGrp="1"/>
          </p:cNvSpPr>
          <p:nvPr>
            <p:ph type="clipArt" sz="quarter" idx="17"/>
          </p:nvPr>
        </p:nvSpPr>
        <p:spPr>
          <a:xfrm>
            <a:off x="6669024" y="4037404"/>
            <a:ext cx="5096256" cy="2276996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8"/>
          </p:nvPr>
        </p:nvSpPr>
        <p:spPr>
          <a:xfrm>
            <a:off x="6648423" y="3715538"/>
            <a:ext cx="5116857" cy="5980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648422" y="6332174"/>
            <a:ext cx="5116857" cy="5980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图靠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802" y="288355"/>
            <a:ext cx="5138546" cy="525755"/>
          </a:xfrm>
        </p:spPr>
        <p:txBody>
          <a:bodyPr wrap="none" anchor="b" anchorCtr="0"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3114" y="320038"/>
            <a:ext cx="753916" cy="584775"/>
          </a:xfrm>
          <a:prstGeom prst="rect">
            <a:avLst/>
          </a:prstGeom>
          <a:solidFill>
            <a:srgbClr val="156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Elbow Connector 9"/>
          <p:cNvCxnSpPr/>
          <p:nvPr userDrawn="1"/>
        </p:nvCxnSpPr>
        <p:spPr>
          <a:xfrm>
            <a:off x="750802" y="891827"/>
            <a:ext cx="11264400" cy="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/>
          <p:cNvSpPr>
            <a:spLocks noGrp="1"/>
          </p:cNvSpPr>
          <p:nvPr>
            <p:ph type="body" sz="quarter" idx="13"/>
          </p:nvPr>
        </p:nvSpPr>
        <p:spPr>
          <a:xfrm>
            <a:off x="750802" y="904813"/>
            <a:ext cx="6657975" cy="584774"/>
          </a:xfrm>
        </p:spPr>
        <p:txBody>
          <a:bodyPr tIns="0">
            <a:noAutofit/>
          </a:bodyPr>
          <a:lstStyle>
            <a:lvl1pPr algn="l">
              <a:buNone/>
              <a:defRPr sz="1400" i="0"/>
            </a:lvl1pPr>
          </a:lstStyle>
          <a:p>
            <a:pPr algn="l"/>
            <a:endParaRPr lang="en-US" sz="1800" i="1" dirty="0">
              <a:solidFill>
                <a:srgbClr val="444444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>
          <a:xfrm>
            <a:off x="256032" y="1681163"/>
            <a:ext cx="6272784" cy="4068751"/>
          </a:xfrm>
        </p:spPr>
        <p:txBody>
          <a:bodyPr lIns="0" tIns="0" rIns="0">
            <a:noAutofit/>
          </a:bodyPr>
          <a:lstStyle>
            <a:lvl1pP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>
              <a:buFont typeface="+mj-lt"/>
              <a:buAutoNum type="arabicPeriod"/>
              <a:defRPr>
                <a:solidFill>
                  <a:schemeClr val="tx1"/>
                </a:solidFill>
              </a:defRPr>
            </a:lvl2pPr>
            <a:lvl3pPr>
              <a:buFont typeface="+mj-lt"/>
              <a:buAutoNum type="arabicPeriod"/>
              <a:defRPr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Online Image Placeholder 34"/>
          <p:cNvSpPr>
            <a:spLocks noGrp="1"/>
          </p:cNvSpPr>
          <p:nvPr>
            <p:ph type="clipArt" sz="quarter" idx="16"/>
          </p:nvPr>
        </p:nvSpPr>
        <p:spPr>
          <a:xfrm>
            <a:off x="6669024" y="1647891"/>
            <a:ext cx="5096256" cy="1107043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7" name="Online Image Placeholder 34"/>
          <p:cNvSpPr>
            <a:spLocks noGrp="1"/>
          </p:cNvSpPr>
          <p:nvPr>
            <p:ph type="clipArt" sz="quarter" idx="17"/>
          </p:nvPr>
        </p:nvSpPr>
        <p:spPr>
          <a:xfrm>
            <a:off x="6669024" y="2964569"/>
            <a:ext cx="5096256" cy="1107043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8" name="Online Image Placeholder 34"/>
          <p:cNvSpPr>
            <a:spLocks noGrp="1"/>
          </p:cNvSpPr>
          <p:nvPr>
            <p:ph type="clipArt" sz="quarter" idx="18"/>
          </p:nvPr>
        </p:nvSpPr>
        <p:spPr>
          <a:xfrm>
            <a:off x="6669024" y="4281247"/>
            <a:ext cx="5096256" cy="1107043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9" name="Online Image Placeholder 34"/>
          <p:cNvSpPr>
            <a:spLocks noGrp="1"/>
          </p:cNvSpPr>
          <p:nvPr>
            <p:ph type="clipArt" sz="quarter" idx="19"/>
          </p:nvPr>
        </p:nvSpPr>
        <p:spPr>
          <a:xfrm>
            <a:off x="6669024" y="5597925"/>
            <a:ext cx="5096256" cy="1107043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图靠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802" y="288355"/>
            <a:ext cx="5138546" cy="525755"/>
          </a:xfrm>
        </p:spPr>
        <p:txBody>
          <a:bodyPr wrap="none" anchor="b" anchorCtr="0"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3114" y="320038"/>
            <a:ext cx="753916" cy="584775"/>
          </a:xfrm>
          <a:prstGeom prst="rect">
            <a:avLst/>
          </a:prstGeom>
          <a:solidFill>
            <a:srgbClr val="156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Elbow Connector 9"/>
          <p:cNvCxnSpPr/>
          <p:nvPr userDrawn="1"/>
        </p:nvCxnSpPr>
        <p:spPr>
          <a:xfrm>
            <a:off x="750802" y="891827"/>
            <a:ext cx="11264400" cy="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/>
          <p:cNvSpPr>
            <a:spLocks noGrp="1"/>
          </p:cNvSpPr>
          <p:nvPr>
            <p:ph type="body" sz="quarter" idx="13"/>
          </p:nvPr>
        </p:nvSpPr>
        <p:spPr>
          <a:xfrm>
            <a:off x="750802" y="904813"/>
            <a:ext cx="6657975" cy="584774"/>
          </a:xfrm>
        </p:spPr>
        <p:txBody>
          <a:bodyPr tIns="0">
            <a:noAutofit/>
          </a:bodyPr>
          <a:lstStyle>
            <a:lvl1pPr algn="l">
              <a:buNone/>
              <a:defRPr sz="1400" i="0"/>
            </a:lvl1pPr>
          </a:lstStyle>
          <a:p>
            <a:pPr algn="l"/>
            <a:endParaRPr lang="en-US" sz="1800" i="1" dirty="0">
              <a:solidFill>
                <a:srgbClr val="444444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>
          <a:xfrm>
            <a:off x="256032" y="1681163"/>
            <a:ext cx="6272784" cy="4068751"/>
          </a:xfrm>
        </p:spPr>
        <p:txBody>
          <a:bodyPr lIns="0" tIns="0" rIns="0">
            <a:noAutofit/>
          </a:bodyPr>
          <a:lstStyle>
            <a:lvl1pP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>
              <a:buFont typeface="+mj-lt"/>
              <a:buAutoNum type="arabicPeriod"/>
              <a:defRPr>
                <a:solidFill>
                  <a:schemeClr val="tx1"/>
                </a:solidFill>
              </a:defRPr>
            </a:lvl2pPr>
            <a:lvl3pPr>
              <a:buFont typeface="+mj-lt"/>
              <a:buAutoNum type="arabicPeriod"/>
              <a:defRPr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Online Image Placeholder 34"/>
          <p:cNvSpPr>
            <a:spLocks noGrp="1"/>
          </p:cNvSpPr>
          <p:nvPr>
            <p:ph type="clipArt" sz="quarter" idx="16"/>
          </p:nvPr>
        </p:nvSpPr>
        <p:spPr>
          <a:xfrm>
            <a:off x="6669024" y="1647891"/>
            <a:ext cx="5096256" cy="2276996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7" name="Online Image Placeholder 34"/>
          <p:cNvSpPr>
            <a:spLocks noGrp="1"/>
          </p:cNvSpPr>
          <p:nvPr>
            <p:ph type="clipArt" sz="quarter" idx="17"/>
          </p:nvPr>
        </p:nvSpPr>
        <p:spPr>
          <a:xfrm>
            <a:off x="6683479" y="4103065"/>
            <a:ext cx="5096256" cy="2276996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  <p:sp>
        <p:nvSpPr>
          <p:cNvPr id="8" name="Online Image Placeholder 34"/>
          <p:cNvSpPr>
            <a:spLocks noGrp="1"/>
          </p:cNvSpPr>
          <p:nvPr>
            <p:ph type="clipArt" sz="quarter" idx="18"/>
          </p:nvPr>
        </p:nvSpPr>
        <p:spPr>
          <a:xfrm>
            <a:off x="1286746" y="4103065"/>
            <a:ext cx="5096256" cy="2276996"/>
          </a:xfrm>
          <a:blipFill>
            <a:blip r:embed="rId2"/>
            <a:stretch>
              <a:fillRect/>
            </a:stretch>
          </a:blipFill>
          <a:ln w="50800" cap="rnd" cmpd="dbl">
            <a:solidFill>
              <a:schemeClr val="accent6">
                <a:lumMod val="75000"/>
                <a:alpha val="95633"/>
              </a:schemeClr>
            </a:solidFill>
          </a:ln>
          <a:effectLst>
            <a:outerShdw dir="223764" sx="101457" sy="101457" algn="ctr" rotWithShape="0">
              <a:srgbClr val="000000">
                <a:alpha val="43137"/>
              </a:srgbClr>
            </a:outerShdw>
          </a:effectLst>
        </p:spPr>
        <p:txBody>
          <a:bodyPr numCol="2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802" y="288355"/>
            <a:ext cx="5138546" cy="525755"/>
          </a:xfrm>
        </p:spPr>
        <p:txBody>
          <a:bodyPr wrap="none" anchor="b" anchorCtr="0"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3114" y="320038"/>
            <a:ext cx="753916" cy="584775"/>
          </a:xfrm>
          <a:prstGeom prst="rect">
            <a:avLst/>
          </a:prstGeom>
          <a:solidFill>
            <a:srgbClr val="156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Elbow Connector 9"/>
          <p:cNvCxnSpPr/>
          <p:nvPr userDrawn="1"/>
        </p:nvCxnSpPr>
        <p:spPr>
          <a:xfrm>
            <a:off x="750802" y="891827"/>
            <a:ext cx="11264400" cy="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/>
          <p:cNvSpPr>
            <a:spLocks noGrp="1"/>
          </p:cNvSpPr>
          <p:nvPr>
            <p:ph type="body" sz="quarter" idx="13"/>
          </p:nvPr>
        </p:nvSpPr>
        <p:spPr>
          <a:xfrm>
            <a:off x="750802" y="904813"/>
            <a:ext cx="6657975" cy="584774"/>
          </a:xfrm>
        </p:spPr>
        <p:txBody>
          <a:bodyPr tIns="0">
            <a:noAutofit/>
          </a:bodyPr>
          <a:lstStyle>
            <a:lvl1pPr algn="l">
              <a:buNone/>
              <a:defRPr sz="1400" i="0"/>
            </a:lvl1pPr>
          </a:lstStyle>
          <a:p>
            <a:pPr algn="l"/>
            <a:endParaRPr lang="en-US" sz="1800" i="1" dirty="0">
              <a:solidFill>
                <a:srgbClr val="444444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>
          <a:xfrm>
            <a:off x="256032" y="1681163"/>
            <a:ext cx="6272784" cy="4068751"/>
          </a:xfrm>
        </p:spPr>
        <p:txBody>
          <a:bodyPr lIns="0" tIns="0" rIns="0">
            <a:noAutofit/>
          </a:bodyPr>
          <a:lstStyle>
            <a:lvl1pPr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>
              <a:buFont typeface="+mj-lt"/>
              <a:buAutoNum type="arabicPeriod"/>
              <a:defRPr>
                <a:solidFill>
                  <a:schemeClr val="tx1"/>
                </a:solidFill>
              </a:defRPr>
            </a:lvl2pPr>
            <a:lvl3pPr>
              <a:buFont typeface="+mj-lt"/>
              <a:buAutoNum type="arabicPeriod"/>
              <a:defRPr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1000">
              <a:schemeClr val="accent1">
                <a:lumMod val="45000"/>
                <a:lumOff val="55000"/>
              </a:schemeClr>
            </a:gs>
            <a:gs pos="45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50" tIns="46975" rIns="90150" bIns="469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 panose="020B0604020202020204"/>
              <a:buNone/>
              <a:defRPr sz="3600" b="1" i="0" u="none" strike="noStrike" cap="none">
                <a:solidFill>
                  <a:srgbClr val="26262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4572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 panose="020B0604020202020204"/>
              <a:buChar char="●"/>
              <a:defRPr sz="1600" b="0" i="0" u="none" strike="noStrike" cap="non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 panose="020B0604020202020204"/>
              <a:buChar char="●"/>
              <a:defRPr sz="1600" b="0" i="0" u="none" strike="noStrike" cap="non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 panose="020B0502040504020204"/>
              <a:buChar char="•"/>
              <a:defRPr sz="1400" b="0" i="0" u="none" strike="noStrike" cap="non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rgbClr val="59595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pic>
        <p:nvPicPr>
          <p:cNvPr id="2" name="Google Shape;80;p13" descr="Image"/>
          <p:cNvPicPr preferRelativeResize="0"/>
          <p:nvPr userDrawn="1"/>
        </p:nvPicPr>
        <p:blipFill rotWithShape="1">
          <a:blip r:embed="rId10">
            <a:alphaModFix amt="27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73000" contrast="-51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0686011" y="10583"/>
            <a:ext cx="1505989" cy="316800"/>
          </a:xfrm>
          <a:prstGeom prst="rect">
            <a:avLst/>
          </a:prstGeom>
          <a:noFill/>
          <a:ln>
            <a:noFill/>
          </a:ln>
          <a:effectLst>
            <a:outerShdw blurRad="597476" dist="50800" dir="5400000" sx="110000" sy="110000" algn="ctr" rotWithShape="0">
              <a:srgbClr val="000000">
                <a:alpha val="0"/>
              </a:srgbClr>
            </a:outerShdw>
          </a:effectLst>
        </p:spPr>
      </p:pic>
      <p:sp>
        <p:nvSpPr>
          <p:cNvPr id="12" name="TextBox 11"/>
          <p:cNvSpPr txBox="1"/>
          <p:nvPr userDrawn="1"/>
        </p:nvSpPr>
        <p:spPr>
          <a:xfrm>
            <a:off x="9537200" y="300623"/>
            <a:ext cx="2690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i="1" u="none" strike="noStrike" cap="none" dirty="0" err="1">
                <a:solidFill>
                  <a:srgbClr val="000000">
                    <a:alpha val="25876"/>
                  </a:srgbClr>
                </a:solidFill>
                <a:effectLst>
                  <a:glow rad="127000">
                    <a:schemeClr val="accent1">
                      <a:alpha val="0"/>
                    </a:schemeClr>
                  </a:glow>
                  <a:outerShdw blurRad="50800" dir="11517367" sx="102000" sy="102000" algn="ctr" rotWithShape="0">
                    <a:srgbClr val="000000">
                      <a:alpha val="27000"/>
                    </a:srgbClr>
                  </a:outerShdw>
                  <a:reflection stA="32254" endPos="65000" dist="50800" dir="5400000" sy="-100000" algn="bl" rotWithShape="0"/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Agilian</a:t>
            </a:r>
            <a:r>
              <a:rPr lang="en-US" sz="1400" b="1" i="1" u="none" strike="noStrike" cap="none" dirty="0">
                <a:solidFill>
                  <a:srgbClr val="000000">
                    <a:alpha val="25876"/>
                  </a:srgbClr>
                </a:solidFill>
                <a:effectLst>
                  <a:glow rad="127000">
                    <a:schemeClr val="accent1">
                      <a:alpha val="0"/>
                    </a:schemeClr>
                  </a:glow>
                  <a:outerShdw blurRad="50800" dir="11517367" sx="102000" sy="102000" algn="ctr" rotWithShape="0">
                    <a:srgbClr val="000000">
                      <a:alpha val="27000"/>
                    </a:srgbClr>
                  </a:outerShdw>
                  <a:reflection stA="32254" endPos="65000" dist="50800" dir="5400000" sy="-100000" algn="bl" rotWithShape="0"/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— a </a:t>
            </a:r>
            <a:r>
              <a:rPr lang="en-US" sz="1400" b="1" i="1" u="none" strike="noStrike" cap="none" dirty="0" err="1">
                <a:solidFill>
                  <a:srgbClr val="000000">
                    <a:alpha val="25876"/>
                  </a:srgbClr>
                </a:solidFill>
                <a:effectLst>
                  <a:glow rad="127000">
                    <a:schemeClr val="accent1">
                      <a:alpha val="0"/>
                    </a:schemeClr>
                  </a:glow>
                  <a:outerShdw blurRad="50800" dir="11517367" sx="102000" sy="102000" algn="ctr" rotWithShape="0">
                    <a:srgbClr val="000000">
                      <a:alpha val="27000"/>
                    </a:srgbClr>
                  </a:outerShdw>
                  <a:reflection stA="32254" endPos="65000" dist="50800" dir="5400000" sy="-100000" algn="bl" rotWithShape="0"/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Sofeast</a:t>
            </a:r>
            <a:r>
              <a:rPr lang="en-US" sz="1400" b="1" i="1" u="none" strike="noStrike" cap="none" dirty="0">
                <a:solidFill>
                  <a:srgbClr val="000000">
                    <a:alpha val="25876"/>
                  </a:srgbClr>
                </a:solidFill>
                <a:effectLst>
                  <a:glow rad="127000">
                    <a:schemeClr val="accent1">
                      <a:alpha val="0"/>
                    </a:schemeClr>
                  </a:glow>
                  <a:outerShdw blurRad="50800" dir="11517367" sx="102000" sy="102000" algn="ctr" rotWithShape="0">
                    <a:srgbClr val="000000">
                      <a:alpha val="27000"/>
                    </a:srgbClr>
                  </a:outerShdw>
                  <a:reflection stA="32254" endPos="65000" dist="50800" dir="5400000" sy="-100000" algn="bl" rotWithShape="0"/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company</a:t>
            </a:r>
            <a:endParaRPr lang="en-US" i="1" dirty="0">
              <a:solidFill>
                <a:srgbClr val="000000">
                  <a:alpha val="25876"/>
                </a:srgbClr>
              </a:solidFill>
              <a:effectLst>
                <a:glow rad="127000">
                  <a:schemeClr val="accent1">
                    <a:alpha val="0"/>
                  </a:schemeClr>
                </a:glow>
                <a:outerShdw blurRad="50800" dir="11517367" sx="102000" sy="102000" algn="ctr" rotWithShape="0">
                  <a:srgbClr val="000000">
                    <a:alpha val="27000"/>
                  </a:srgbClr>
                </a:outerShdw>
                <a:reflection stA="32254" endPos="65000" dist="50800" dir="5400000" sy="-100000" algn="bl" rotWithShape="0"/>
              </a:effectLst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3497943" y="2364418"/>
            <a:ext cx="8694057" cy="2129164"/>
          </a:xfrm>
          <a:prstGeom prst="roundRect">
            <a:avLst>
              <a:gd name="adj" fmla="val 0"/>
            </a:avLst>
          </a:prstGeom>
          <a:solidFill>
            <a:srgbClr val="15638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95885" y="161925"/>
            <a:ext cx="4414520" cy="5748020"/>
          </a:xfrm>
          <a:custGeom>
            <a:avLst/>
            <a:gdLst/>
            <a:ahLst/>
            <a:cxnLst/>
            <a:rect l="l" t="t" r="r" b="b"/>
            <a:pathLst>
              <a:path w="4244234" h="5707744" extrusionOk="0">
                <a:moveTo>
                  <a:pt x="2847832" y="0"/>
                </a:moveTo>
                <a:cubicBezTo>
                  <a:pt x="3339337" y="0"/>
                  <a:pt x="3801759" y="124778"/>
                  <a:pt x="4205278" y="344447"/>
                </a:cubicBezTo>
                <a:lnTo>
                  <a:pt x="4244234" y="368164"/>
                </a:lnTo>
                <a:lnTo>
                  <a:pt x="4244234" y="1031262"/>
                </a:lnTo>
                <a:lnTo>
                  <a:pt x="4132891" y="948000"/>
                </a:lnTo>
                <a:cubicBezTo>
                  <a:pt x="3766063" y="700177"/>
                  <a:pt x="3323847" y="555469"/>
                  <a:pt x="2847832" y="555469"/>
                </a:cubicBezTo>
                <a:cubicBezTo>
                  <a:pt x="1578460" y="555469"/>
                  <a:pt x="549430" y="1584499"/>
                  <a:pt x="549430" y="2853871"/>
                </a:cubicBezTo>
                <a:cubicBezTo>
                  <a:pt x="549430" y="4123243"/>
                  <a:pt x="1578460" y="5152273"/>
                  <a:pt x="2847832" y="5152273"/>
                </a:cubicBezTo>
                <a:cubicBezTo>
                  <a:pt x="3323847" y="5152273"/>
                  <a:pt x="3766063" y="5007566"/>
                  <a:pt x="4132891" y="4759742"/>
                </a:cubicBezTo>
                <a:lnTo>
                  <a:pt x="4244234" y="4676481"/>
                </a:lnTo>
                <a:lnTo>
                  <a:pt x="4244234" y="5339581"/>
                </a:lnTo>
                <a:lnTo>
                  <a:pt x="4205278" y="5363297"/>
                </a:lnTo>
                <a:cubicBezTo>
                  <a:pt x="3801759" y="5582967"/>
                  <a:pt x="3339337" y="5707744"/>
                  <a:pt x="2847832" y="5707744"/>
                </a:cubicBezTo>
                <a:cubicBezTo>
                  <a:pt x="1275018" y="5707744"/>
                  <a:pt x="0" y="4430022"/>
                  <a:pt x="0" y="2853872"/>
                </a:cubicBezTo>
                <a:cubicBezTo>
                  <a:pt x="0" y="1277722"/>
                  <a:pt x="1275018" y="0"/>
                  <a:pt x="2847832" y="0"/>
                </a:cubicBezTo>
                <a:close/>
              </a:path>
            </a:pathLst>
          </a:custGeom>
          <a:solidFill>
            <a:srgbClr val="156389"/>
          </a:solidFill>
          <a:ln w="12700" cap="flat" cmpd="sng">
            <a:solidFill>
              <a:srgbClr val="1563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3"/>
          <a:srcRect l="49651" t="-52" r="48964" b="100000"/>
          <a:stretch>
            <a:fillRect/>
          </a:stretch>
        </p:blipFill>
        <p:spPr>
          <a:xfrm>
            <a:off x="8300969" y="1407383"/>
            <a:ext cx="93395" cy="2358"/>
          </a:xfrm>
          <a:custGeom>
            <a:avLst/>
            <a:gdLst/>
            <a:ahLst/>
            <a:cxnLst/>
            <a:rect l="l" t="t" r="r" b="b"/>
            <a:pathLst>
              <a:path w="93395" h="2358" extrusionOk="0">
                <a:moveTo>
                  <a:pt x="46697" y="0"/>
                </a:moveTo>
                <a:lnTo>
                  <a:pt x="93395" y="2358"/>
                </a:lnTo>
                <a:lnTo>
                  <a:pt x="0" y="2358"/>
                </a:lnTo>
                <a:lnTo>
                  <a:pt x="46697" y="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4"/>
          <a:srcRect l="49651" t="100000" r="48966" b="-51"/>
          <a:stretch>
            <a:fillRect/>
          </a:stretch>
        </p:blipFill>
        <p:spPr>
          <a:xfrm>
            <a:off x="8300989" y="5908358"/>
            <a:ext cx="93355" cy="2357"/>
          </a:xfrm>
          <a:custGeom>
            <a:avLst/>
            <a:gdLst/>
            <a:ahLst/>
            <a:cxnLst/>
            <a:rect l="l" t="t" r="r" b="b"/>
            <a:pathLst>
              <a:path w="93355" h="2357" extrusionOk="0">
                <a:moveTo>
                  <a:pt x="0" y="0"/>
                </a:moveTo>
                <a:lnTo>
                  <a:pt x="93355" y="0"/>
                </a:lnTo>
                <a:lnTo>
                  <a:pt x="46677" y="235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459095" y="3351530"/>
            <a:ext cx="5966460" cy="1002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Code ：{{PROJECT_CODE}}</a:t>
            </a:r>
          </a:p>
        </p:txBody>
      </p:sp>
      <p:sp>
        <p:nvSpPr>
          <p:cNvPr id="94" name="Google Shape;94;p14"/>
          <p:cNvSpPr txBox="1"/>
          <p:nvPr/>
        </p:nvSpPr>
        <p:spPr>
          <a:xfrm>
            <a:off x="5579676" y="4493582"/>
            <a:ext cx="5442585" cy="86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1563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DocTitle"/>
          <p:cNvSpPr txBox="1"/>
          <p:nvPr/>
        </p:nvSpPr>
        <p:spPr>
          <a:xfrm>
            <a:off x="5459095" y="2521585"/>
            <a:ext cx="596646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{{DOC_TITLE}}</a:t>
            </a:r>
            <a:endParaRPr sz="2400" b="1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6" name="Google Shape;96;p14" descr="AGILIAN LOGO图案-technology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71615" y="990600"/>
            <a:ext cx="4330065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93D19339-F4F4-4e6f-A4C4-07AD7470BA86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73125" y="968375"/>
            <a:ext cx="4300855" cy="41821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651653-C47C-4825-62DB-310CD6EA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722358"/>
              </p:ext>
            </p:extLst>
          </p:nvPr>
        </p:nvGraphicFramePr>
        <p:xfrm>
          <a:off x="4009378" y="5423696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149246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078742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Designer</a:t>
                      </a:r>
                      <a:r>
                        <a:rPr lang="zh-CN" alt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</a:t>
                      </a:r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: </a:t>
                      </a:r>
                      <a:endParaRPr lang="en-CN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156389"/>
                          </a:solidFill>
                        </a:rPr>
                        <a:t>{{DESIGNER}}</a:t>
                      </a:r>
                      <a:r>
                        <a:rPr lang="en-US" altLang="zh-CN" sz="1400" b="1" dirty="0">
                          <a:solidFill>
                            <a:srgbClr val="156389"/>
                          </a:solidFill>
                        </a:rPr>
                        <a:t/>
                      </a:r>
                      <a:endParaRPr lang="en-US" sz="1400" b="1" i="0" u="none" strike="noStrike" cap="none" dirty="0">
                        <a:solidFill>
                          <a:srgbClr val="156389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53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Reviewer</a:t>
                      </a:r>
                      <a:r>
                        <a:rPr lang="zh-CN" alt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</a:t>
                      </a:r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: </a:t>
                      </a:r>
                      <a:endParaRPr lang="en-CN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156389"/>
                          </a:solidFill>
                        </a:rPr>
                        <a:t>{{REVIEWER}}</a:t>
                      </a:r>
                      <a:r>
                        <a:rPr lang="en-US" altLang="zh-CN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/>
                      </a:r>
                      <a:endParaRPr lang="en-US" sz="1400" b="1" i="0" u="none" strike="noStrike" cap="none" dirty="0">
                        <a:solidFill>
                          <a:srgbClr val="156389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07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Review date</a:t>
                      </a:r>
                      <a:r>
                        <a:rPr lang="zh-CN" alt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</a:t>
                      </a:r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:</a:t>
                      </a:r>
                      <a:endParaRPr lang="en-CN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{{DATE}}</a:t>
                      </a:r>
                      <a:r>
                        <a:rPr lang="en-US" altLang="zh-CN" sz="1400" b="1" i="0" u="none" strike="noStrike" cap="none" dirty="0">
                          <a:solidFill>
                            <a:srgbClr val="156389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/>
                      </a:r>
                      <a:endParaRPr lang="en-US" sz="1400" b="1" i="0" u="none" strike="noStrike" cap="none" dirty="0">
                        <a:solidFill>
                          <a:srgbClr val="156389"/>
                        </a:solidFill>
                        <a:latin typeface="+mn-lt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401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66;p19"/>
          <p:cNvSpPr/>
          <p:nvPr/>
        </p:nvSpPr>
        <p:spPr>
          <a:xfrm>
            <a:off x="9155874" y="4913305"/>
            <a:ext cx="1945421" cy="33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lvl="0">
              <a:lnSpc>
                <a:spcPct val="130000"/>
              </a:lnSpc>
              <a:buClr>
                <a:srgbClr val="FF0000"/>
              </a:buClr>
              <a:buSzPts val="1200"/>
            </a:pPr>
            <a:r>
              <a:rPr lang="en-US" altLang="zh-CN" sz="1800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zh-CN" altLang="en-US" sz="1800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r>
              <a:rPr lang="en-US" altLang="zh-CN" sz="1800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/>
            </a:r>
            <a:endParaRPr sz="1800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Eyebrow"/>
          <p:cNvSpPr>
            <a:spLocks noGrp="1"/>
          </p:cNvSpPr>
          <p:nvPr>
            <p:ph type="title"/>
          </p:nvPr>
        </p:nvSpPr>
        <p:spPr>
          <a:xfrm>
            <a:off x="750888" y="288633"/>
            <a:ext cx="3037009" cy="525755"/>
          </a:xfrm>
        </p:spPr>
        <p:txBody>
          <a:bodyPr/>
          <a:lstStyle/>
          <a:p>
            <a:r>
              <a:rPr lang="en-US" dirty="0"/>
              <a:t>{{EYEBROW}}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/>
          </p:nvPr>
        </p:nvSpPr>
        <p:spPr>
          <a:xfrm>
            <a:off x="750802" y="904813"/>
            <a:ext cx="6657975" cy="584774"/>
          </a:xfrm>
        </p:spPr>
        <p:txBody>
          <a:bodyPr/>
          <a:lstStyle/>
          <a:p>
            <a:r>
              <a:rPr lang="en-US" dirty="0"/>
              <a:t>{{SUBTITLE}}</a:t>
            </a:r>
          </a:p>
        </p:txBody>
      </p:sp>
      <p:sp>
        <p:nvSpPr>
          <p:cNvPr id="8" name="Body"/>
          <p:cNvSpPr>
            <a:spLocks noGrp="1"/>
          </p:cNvSpPr>
          <p:nvPr>
            <p:ph type="body" sz="quarter" idx="14"/>
          </p:nvPr>
        </p:nvSpPr>
        <p:spPr>
          <a:xfrm>
            <a:off x="256032" y="1681163"/>
            <a:ext cx="6272784" cy="4068751"/>
          </a:xfrm>
        </p:spPr>
        <p:txBody>
          <a:bodyPr/>
          <a:lstStyle/>
          <a:p>
            <a:r>
              <a:rPr lang="en-US" dirty="0"/>
              <a:t>{{BODY}}</a:t>
            </a:r>
            <a:br>
              <a:rPr lang="en-US" dirty="0"/>
            </a:br>
            <a:r>
              <a:rPr lang="en-US" dirty="0"/>
              <a:t/>
            </a:r>
          </a:p>
        </p:txBody>
      </p:sp>
      <p:pic>
        <p:nvPicPr>
          <p:cNvPr id="11" name="Evidence1" descr="upload_post_object_v2_1498623831"/>
          <p:cNvPicPr>
            <a:picLocks noGrp="1" noChangeAspect="1"/>
          </p:cNvPicPr>
          <p:nvPr>
            <p:ph type="clipArt" sz="quarter" idx="16"/>
          </p:nvPr>
        </p:nvPicPr>
        <p:blipFill>
          <a:blip r:embed="rId3"/>
          <a:stretch>
            <a:fillRect/>
          </a:stretch>
        </p:blipFill>
        <p:spPr>
          <a:xfrm>
            <a:off x="7100575" y="1647825"/>
            <a:ext cx="4232901" cy="2276475"/>
          </a:xfrm>
        </p:spPr>
      </p:pic>
      <p:pic>
        <p:nvPicPr>
          <p:cNvPr id="12" name="Evidence2" descr="upload_post_object_v2_2815345058"/>
          <p:cNvPicPr>
            <a:picLocks noGrp="1" noChangeAspect="1"/>
          </p:cNvPicPr>
          <p:nvPr>
            <p:ph type="clipArt" sz="quarter" idx="17"/>
          </p:nvPr>
        </p:nvPicPr>
        <p:blipFill>
          <a:blip r:embed="rId4"/>
          <a:stretch>
            <a:fillRect/>
          </a:stretch>
        </p:blipFill>
        <p:spPr>
          <a:xfrm>
            <a:off x="6683375" y="4165156"/>
            <a:ext cx="5095875" cy="2153539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Slides>2</Slides>
  <PresentationFormat>Widescreen</PresentationFormat>
  <Application>Microsoft Macintosh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review report</dc:title>
  <dc:creator/>
  <cp:lastModifiedBy/>
  <cp:revision>1</cp:revision>
  <dcterms:created xsi:type="dcterms:W3CDTF">2026-04-07T00:59:38Z</dcterms:created>
  <dcterms:modified xsi:type="dcterms:W3CDTF">2026-04-07T01:45:20Z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5025A251C1774C6691F5E3927BCE418B_12</vt:lpwstr>
  </property>
</Properties>
</file>